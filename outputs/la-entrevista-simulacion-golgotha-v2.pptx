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c18ef79f34498" /><Relationship Type="http://schemas.openxmlformats.org/officeDocument/2006/relationships/extended-properties" Target="/docProps/app.xml" Id="Re1b4dc64c2914305" /><Relationship Type="http://schemas.openxmlformats.org/officeDocument/2006/relationships/officeDocument" Target="/ppt/presentation.xml" Id="R43f20ff01d3f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a14095f2040c6"/>
  </p:sldMasterIdLst>
  <p:notesMasterIdLst>
    <p:notesMasterId xmlns:r="http://schemas.openxmlformats.org/officeDocument/2006/relationships" r:id="Rb7e8def3832143f6"/>
  </p:notesMasterIdLst>
  <p:sldIdLst>
    <p:sldId xmlns:r="http://schemas.openxmlformats.org/officeDocument/2006/relationships" id="256" r:id="Rddc43d0b72d04986"/>
    <p:sldId xmlns:r="http://schemas.openxmlformats.org/officeDocument/2006/relationships" id="257" r:id="R794708d7f406436c"/>
    <p:sldId xmlns:r="http://schemas.openxmlformats.org/officeDocument/2006/relationships" id="258" r:id="R80aeccec75604c94"/>
    <p:sldId xmlns:r="http://schemas.openxmlformats.org/officeDocument/2006/relationships" id="259" r:id="R54193051299e49d2"/>
    <p:sldId xmlns:r="http://schemas.openxmlformats.org/officeDocument/2006/relationships" id="260" r:id="R719121f46bae42bf"/>
    <p:sldId xmlns:r="http://schemas.openxmlformats.org/officeDocument/2006/relationships" id="261" r:id="R66324e067d144a1b"/>
    <p:sldId xmlns:r="http://schemas.openxmlformats.org/officeDocument/2006/relationships" id="262" r:id="R938a56ae15c847f2"/>
    <p:sldId xmlns:r="http://schemas.openxmlformats.org/officeDocument/2006/relationships" id="263" r:id="Rff72600b5fd148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a5047101664cd6" /><Relationship Type="http://schemas.openxmlformats.org/officeDocument/2006/relationships/slideMaster" Target="/ppt/slideMasters/slideMaster1.xml" Id="Rc99a14095f2040c6" /><Relationship Type="http://schemas.openxmlformats.org/officeDocument/2006/relationships/notesMaster" Target="/ppt/notesMasters/notesMaster1.xml" Id="Rb7e8def3832143f6" /><Relationship Type="http://schemas.openxmlformats.org/officeDocument/2006/relationships/presProps" Target="/ppt/presProps.xml" Id="R9d444e8336d24117" /><Relationship Type="http://schemas.openxmlformats.org/officeDocument/2006/relationships/tableStyles" Target="/ppt/tableStyles.xml" Id="R4293037b40484a1c" /><Relationship Type="http://schemas.openxmlformats.org/officeDocument/2006/relationships/slide" Target="/ppt/slides/slide1.xml" Id="Rddc43d0b72d04986" /><Relationship Type="http://schemas.openxmlformats.org/officeDocument/2006/relationships/slide" Target="/ppt/slides/slide2.xml" Id="R794708d7f406436c" /><Relationship Type="http://schemas.openxmlformats.org/officeDocument/2006/relationships/slide" Target="/ppt/slides/slide3.xml" Id="R80aeccec75604c94" /><Relationship Type="http://schemas.openxmlformats.org/officeDocument/2006/relationships/slide" Target="/ppt/slides/slide4.xml" Id="R54193051299e49d2" /><Relationship Type="http://schemas.openxmlformats.org/officeDocument/2006/relationships/slide" Target="/ppt/slides/slide5.xml" Id="R719121f46bae42bf" /><Relationship Type="http://schemas.openxmlformats.org/officeDocument/2006/relationships/slide" Target="/ppt/slides/slide6.xml" Id="R66324e067d144a1b" /><Relationship Type="http://schemas.openxmlformats.org/officeDocument/2006/relationships/slide" Target="/ppt/slides/slide7.xml" Id="R938a56ae15c847f2" /><Relationship Type="http://schemas.openxmlformats.org/officeDocument/2006/relationships/slide" Target="/ppt/slides/slide8.xml" Id="Rff72600b5fd1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a6aef3ad747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2d0c6d1c0425c" /><Relationship Type="http://schemas.openxmlformats.org/officeDocument/2006/relationships/notesMaster" Target="/ppt/notesMasters/notesMaster1.xml" Id="Rd73afce494ae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9823b6135e4ee8" /><Relationship Type="http://schemas.openxmlformats.org/officeDocument/2006/relationships/notesMaster" Target="/ppt/notesMasters/notesMaster1.xml" Id="R16df4bc39b534e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38c519d527450a" /><Relationship Type="http://schemas.openxmlformats.org/officeDocument/2006/relationships/notesMaster" Target="/ppt/notesMasters/notesMaster1.xml" Id="R9a61f29d69114f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5deac55af64cd6" /><Relationship Type="http://schemas.openxmlformats.org/officeDocument/2006/relationships/notesMaster" Target="/ppt/notesMasters/notesMaster1.xml" Id="Rb5aa8d360fe448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ca3219e0a492e" /><Relationship Type="http://schemas.openxmlformats.org/officeDocument/2006/relationships/notesMaster" Target="/ppt/notesMasters/notesMaster1.xml" Id="R2cdb754fb10946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8a2beebdf4be5" /><Relationship Type="http://schemas.openxmlformats.org/officeDocument/2006/relationships/notesMaster" Target="/ppt/notesMasters/notesMaster1.xml" Id="R4da5a91d1d5d49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c4752de5cf49ab" /><Relationship Type="http://schemas.openxmlformats.org/officeDocument/2006/relationships/notesMaster" Target="/ppt/notesMasters/notesMaster1.xml" Id="R14bf522e8018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57ec77df83400c" /><Relationship Type="http://schemas.openxmlformats.org/officeDocument/2006/relationships/notesMaster" Target="/ppt/notesMasters/notesMaster1.xml" Id="Rd1f5ed95b9ce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19caf5b08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5abeb7c56240ed" /><Relationship Type="http://schemas.openxmlformats.org/officeDocument/2006/relationships/slideLayout" Target="/ppt/slideLayouts/slideLayout1.xml" Id="Rb09f926d1c1d4a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9f926d1c1d4a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ea08f2b53407f" /><Relationship Type="http://schemas.openxmlformats.org/officeDocument/2006/relationships/notesSlide" Target="/ppt/notesSlides/notesSlide1.xml" Id="R237634ea3d9345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b26db0b13478c" /><Relationship Type="http://schemas.openxmlformats.org/officeDocument/2006/relationships/notesSlide" Target="/ppt/notesSlides/notesSlide2.xml" Id="R89bca739bb3346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f043f9dd84bcd" /><Relationship Type="http://schemas.openxmlformats.org/officeDocument/2006/relationships/notesSlide" Target="/ppt/notesSlides/notesSlide3.xml" Id="Re4cb00db350146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656d0c7154146" /><Relationship Type="http://schemas.openxmlformats.org/officeDocument/2006/relationships/notesSlide" Target="/ppt/notesSlides/notesSlide4.xml" Id="R727efa81b5744a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12fe6282a432b" /><Relationship Type="http://schemas.openxmlformats.org/officeDocument/2006/relationships/notesSlide" Target="/ppt/notesSlides/notesSlide5.xml" Id="R3f0d338a60584f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1f26a5af4331" /><Relationship Type="http://schemas.openxmlformats.org/officeDocument/2006/relationships/notesSlide" Target="/ppt/notesSlides/notesSlide6.xml" Id="Ra7230bd6acca40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2e4ca46c74ab7" /><Relationship Type="http://schemas.openxmlformats.org/officeDocument/2006/relationships/notesSlide" Target="/ppt/notesSlides/notesSlide7.xml" Id="R8c59400b8b4c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84aa184f84b3d" /><Relationship Type="http://schemas.openxmlformats.org/officeDocument/2006/relationships/notesSlide" Target="/ppt/notesSlides/notesSlide8.xml" Id="Rbf9bb5ba101f48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4BEC5-B9D4-46A3-A0BB-8DCFDBA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ABC5A-4512-4CB0-B549-A895F26D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F8F96-6E8F-4D9C-8D5A-48504664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8997C-5F0D-403E-B725-49F81E2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C766"/>
                </a:solidFill>
              </a:defRPr>
            </a:pPr>
            <a:r>
              <a:rPr sz="975" b="1">
                <a:solidFill>
                  <a:srgbClr val="33C766"/>
                </a:solidFill>
              </a:rPr>
              <a:t>SIMULACIÓN DE ENTREVISTA GRUPAL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47144-708F-4C4A-8229-4BAB2F5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821"/>
                </a:solidFill>
              </a:defRPr>
            </a:pPr>
            <a:r>
              <a:rPr sz="4350" b="1">
                <a:solidFill>
                  <a:srgbClr val="202821"/>
                </a:solidFill>
              </a:rPr>
              <a:t>Responder como equipo docente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A33E3-11E6-4153-9AD3-AC0CA401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87369"/>
                </a:solidFill>
              </a:defRPr>
            </a:pPr>
            <a:r>
              <a:rPr sz="1725">
                <a:solidFill>
                  <a:srgbClr val="687369"/>
                </a:solidFill>
              </a:rPr>
              <a:t>Preparación visual basada en el caso institucional entregado: lectura crítica, convivencia, inclusión y articulación con la institución.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5CC96-1537-465A-A610-6B322A23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4102C-7554-4DB5-AEA2-DD35D0C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5807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9DBB8-1A6D-47F8-9F50-7DFC37D8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5D4F1-7D01-4F13-9E17-9D563B40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CCC51-4B35-4D33-A6DE-7B2BDF91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Lo que evalúan no es solo la respuesta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931E8-00F1-4809-A426-F79AE2C3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87369"/>
                </a:solidFill>
              </a:defRPr>
            </a:pPr>
            <a:r>
              <a:rPr sz="1650">
                <a:solidFill>
                  <a:srgbClr val="687369"/>
                </a:solidFill>
              </a:rPr>
              <a:t>El evaluador observa cómo el equipo piensa, escucha y construye una solución sin repetir aportes.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10798-6F93-43C9-B2B8-DE5AA3D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B2967-B810-4623-9B99-2A0A839A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79C2C-0DB8-4382-B303-9555C31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Escucha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FBE6F-8BC1-4CCF-852D-593D192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Construir sobre ideas de otros.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EE5B6-FA0D-4C61-814E-823BAB3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F9301-C804-474E-84B2-0F31934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20373-DC25-4792-AA59-95576EE4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Turnos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80476-AF06-41BC-8AE8-7C8F7E4E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Participar sin monopolizar.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C30DA-B9C0-4DCB-9F77-942E219A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522A7-7698-434D-A3BD-18F239CA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B47D6-920D-4ACF-8C58-89A208E7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Fundamento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9C020-7775-4DD1-B432-854D8D2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Sostener la propuesta pedagógicamente.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9B01E-EEBD-4815-B728-8CC7596C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1ACDF-7905-404C-91BD-C84C0648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5BB2-27DB-475E-841E-BDDF4FAA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Seguimiento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A4F6B-4692-44F7-9FDA-64AADC35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Hacer evaluable la intervención.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64E11-49E1-4EE8-9121-7C43D6F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9E0B3-E3A5-4EC6-84FE-259D643E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425A2-70BE-45EF-9609-D6A3C21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Articulación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87FC2-0EAA-4F1C-85CB-DC55203D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Conectar PEI, SIEE y convivencia.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30FCD-F10C-42B5-8FF9-883B5343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3A023-4C15-41E5-9284-2A72A567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0393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3B9BE-E49C-495F-A0F6-306BFBB5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4233F-91AD-49EF-9F35-F6D8367C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CB3C3-99BC-49FF-95C7-62EC216F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El caso exige mirar tres capas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91FD7-CF47-4AD1-9E66-1DB399F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La respuesta debe integrar lectura crítica, convivencia e inclusión.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1E9AC-1EC0-4F0A-A1E4-6EA4663D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6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97554-0DA3-4AFC-8C7A-E1FEEF19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62%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9CE4B-F7B4-4D37-909B-8EF8196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CEFE0"/>
                </a:solidFill>
              </a:defRPr>
            </a:pPr>
            <a:r>
              <a:rPr sz="1425">
                <a:solidFill>
                  <a:srgbClr val="DCEFE0"/>
                </a:solidFill>
              </a:rPr>
              <a:t>no logra justificar respuestas con evidencia del 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57AE2-8C41-4243-9844-4F7D5EE3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33A69-2B6E-48E3-8985-C7470AAF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DD929-B9CF-44CB-AF8E-F6E96A5C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623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38 estudiantes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F7F9E-0576-4E51-A508-9FE803BD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573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Grupo numeroso con participación baja e interrupciones frecuentes.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22A66-BADA-4579-B3F7-93A635D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2D383-205D-425F-B495-086660C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9EFDB-37B0-4CAF-AEB5-460DF419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Ausentismo y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7643D-D25A-4081-BFA8-EB3FDA9A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573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Cuatro estudiantes con ausentismo recurrente y dos con diagnóstico relacionado con atención.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75D2F-A631-40B2-A327-615CCE88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D7F82-91CD-4E52-906A-16B87C74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731B6-4D99-4D67-9877-58933EB4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Percepción de la lectura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5F0BB-155C-422D-BDED-2DBCF81A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573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Varios estudiantes manifiestan aburrimiento o dificultad para comprender textos.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BC2D8-85B6-467E-A2D2-F3DF5AD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86033-C3C2-4A30-8C82-44C35887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2793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6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C26F7-1696-4D9D-ACCE-E80FBA9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39F3C-77E1-4EE8-8E5C-6369517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999ED-85AD-4B60-95AC-994BF94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F5DE"/>
                </a:solidFill>
              </a:defRPr>
            </a:pPr>
            <a:r>
              <a:rPr sz="975" b="1">
                <a:solidFill>
                  <a:srgbClr val="D7F5DE"/>
                </a:solidFill>
              </a:rPr>
              <a:t>SÍNTESIS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7F8E7-C2A9-452E-A2E2-3BC8FF5E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La respuesta debe evitar culpar y organizar una intervención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39A62-4A1F-41A0-ACC4-7731688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21FDA-1EF7-490F-912B-F1EBE07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FE0"/>
                </a:solidFill>
              </a:defRPr>
            </a:pPr>
            <a:r>
              <a:rPr sz="1800">
                <a:solidFill>
                  <a:srgbClr val="DCEFE0"/>
                </a:solidFill>
              </a:rPr>
              <a:t>El caso pide una postura pedagógica: reconocer barreras, diseñar apoyos y demostrar seguimiento institucional.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4AFB-AB5A-4945-A58E-1EA80CA4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Síntesis derivada del caso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AA3B5-C6E4-4555-9AE5-33A300E9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7074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50A0B-943A-4886-B608-EBA844A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EE35C-5E84-41B6-A8DB-768A8AD9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FBF3B-8C5C-4792-B6A2-281B441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Ruta de intervención: cuatro movimientos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BDD22-C551-4324-B81F-84ACDF37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Una buena respuesta muestra proceso, no una solución aislada.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41276-662E-4E06-9DB0-6A0CE64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4AE95-A6EB-4E23-BFFA-490EE83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B4E19-DE53-44E7-BF28-C9E336EF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1457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Diagnosticar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F12D3-3406-46A8-B182-7542104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1937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Revisar evidencias de lectura, participación, ausentismo y barreras de acceso.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82746-E4DA-4F33-8A12-9F9BB3B2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C70F5-C984-46DD-B45A-231789B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A2A28-C88B-4C0D-94E9-C4B596F6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9562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Enseñar estrategias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42E9C-F673-4B3C-AD67-2A0EBAE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042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Modelar lectura inferencial: pregunta, evidencia textual y justificación.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7B937-AA70-4374-B10E-A58B182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A23FC-60DB-456B-8E0C-1E155AA4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7B2BE-697F-4AAA-B5AE-AC2C2CB8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7667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Cuidar convivencia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F3B25-FFF1-427A-80AC-78BECB48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147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Acuerdos de aula, roles cooperativos y participación regulada.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D1A0B-D049-4189-BC90-EC7E7626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00FAB-8016-4134-AEA7-D490676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A82E9-605D-4DF0-80B2-4BFE6B3B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Evaluar y ajustar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B3EB1-650F-4D21-9ECE-E552FB0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6252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Retroalimentación formativa, oportunidades de mejora y seguimiento institucional.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57E22-D743-4B2A-B663-8F66878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36E3E-91D7-4B1F-B88A-1112A16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17471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06DD0-6682-431A-AB19-246BD0EE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F74E7-40A5-4D0C-BC5F-03A6BBC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0756C-FAEC-4099-9B18-21AF663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Cinco docentes, cinco aportes sin repetir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6955D-42A2-4AC9-8BAD-481D2308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Cada intervención puede sumar una capa distinta de la solución.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F53D0-C23F-4945-9080-EA153D3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414D1-B610-49A3-9255-9663CB09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8679C-0443-4747-B63B-9313E2D8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32EB7-C930-4D3D-BFD7-0D34FACE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Lectura del problema y barreras.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E8283-2C7B-4C66-81D3-B8D1A30F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66679-D356-457D-A8CE-E470EE84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1FB56-C0F4-4F15-9A95-70B4A42A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A23A6-EEBB-4467-8FB8-5481889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Estrategias de lectura crítica.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CD050-2A9F-46F2-8F3E-C992744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257F6-7D38-4B98-BA51-90A42D92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7B340-183F-4841-8B3F-EF8CE91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E598F-231F-416C-ABBF-A051E1F4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Convivencia y trabajo cooperativo.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A2DD6-C4D1-4F40-9011-8914913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1E0E1-F8BB-4721-901E-F00F0D5D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06830-55E2-41E5-B09D-0537E34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E2FD5-3A63-4B00-968F-ECD6F87C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Inclusión, atención y ausentismo.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844FB-7277-4120-90F8-F085F30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BA325-C53A-4D58-9FB7-21A99F6C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DC5AE-54BC-4DC1-8631-225C58C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2613C-2C64-472D-8A64-3FED276C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Evaluación, familias y seguimiento.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64B4A-BC58-4427-8B07-41614AD3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872E9-F54F-444A-AFC3-BA65554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0134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D8CE3-91BE-4C7F-A042-11FB2C3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E03AE-A9B0-4798-A7E7-CE63926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C4E65-212F-4FB6-8059-300E3839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821"/>
                </a:solidFill>
              </a:defRPr>
            </a:pPr>
            <a:r>
              <a:rPr sz="2850" b="1">
                <a:solidFill>
                  <a:srgbClr val="202821"/>
                </a:solidFill>
              </a:rPr>
              <a:t>Preguntas difíciles: responde con marco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91A1D-A5BA-4012-B9C2-DE1744AE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La defensa más sólida conecta decisión pedagógica, evidencia y norma interna.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AA8AB-39DF-4CD8-BFF2-FEAFE84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19087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FB011-34AC-4285-8C08-CFF6478B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74B4-C388-47C9-BD74-C385B65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Si preguntan por evaluación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DFC4-292A-4BDF-A6A1-23E7D00E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695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Responder desde el SIEE: evaluación formativa, retroalimentación y oportunidades de mejora.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F0E2-20F1-4469-AFA6-B5CADB9F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52700"/>
            <a:ext cx="319087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169B5-61AA-4C0C-8814-29518BDC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6C860-EC23-44FB-8CDE-00342798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670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Si preguntan por disciplina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DA4BC-8FB8-4B91-A76A-6ED9CA52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05200"/>
            <a:ext cx="2695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Usar acuerdos de aula y rutas del manual, sin reducir el caso a castigo.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654EA-87BB-45BF-80F6-E6D33374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19087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FE720-9FDA-4F86-ADD7-6BFC00D6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7E7B3-C3F0-4FD4-8230-185818E0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Si preguntan por familias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F2FC3-2E53-458C-AD68-3DD430F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05200"/>
            <a:ext cx="2695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Proponer comunicación viable y apoyos realistas, no trasladarles toda la responsabilidad.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26BFE-F973-49DC-B276-4122C2E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131B5-6631-43EF-940B-2CEDF67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8284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2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03C2E8-E06A-4950-AB0E-4E9AA3B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CA779-3743-4A5A-8290-9E55E773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52046-9457-44C6-B7AF-A4B10DE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F5DE"/>
                </a:solidFill>
              </a:defRPr>
            </a:pPr>
            <a:r>
              <a:rPr sz="975" b="1">
                <a:solidFill>
                  <a:srgbClr val="D7F5DE"/>
                </a:solidFill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31601-57DD-417F-8298-6ADC35BC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La mejor respuesta integra aprendizaje, convivencia e inclusión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776A4-8A9C-4D92-9411-F6614DAF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37AB4-34ED-4E32-BEDA-CBD9721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FE0"/>
                </a:solidFill>
              </a:defRPr>
            </a:pPr>
            <a:r>
              <a:rPr sz="1800">
                <a:solidFill>
                  <a:srgbClr val="DCEFE0"/>
                </a:solidFill>
              </a:rPr>
              <a:t>Postura final: intervenir con evidencia, distribuir responsabilidades, acompañar a los estudiantes y medir avances sin endurecer la evaluación como única salida.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FAF05-7207-412A-8A1C-E51143D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Cierre propuesto para la simulación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BD6B2-6C6E-4818-8541-9BA4C51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8469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2026-06-23T22:29:57.6370000Z</dcterms:created>
  <dcterms:modified xsi:type="dcterms:W3CDTF">2026-06-23T22:29:57.6370000Z</dcterms:modified>
</coreProperties>
</file>